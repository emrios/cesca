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59" r:id="rId5"/>
    <p:sldId id="262" r:id="rId6"/>
    <p:sldId id="257" r:id="rId7"/>
    <p:sldId id="258" r:id="rId8"/>
    <p:sldId id="263" r:id="rId9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B121"/>
    <a:srgbClr val="DCA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1B630-38C6-FFCC-EA7B-4EBB52599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24E07F-6AA5-E368-E8B1-FA747DF76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43773-EEB3-94A8-EB07-F70DAC92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B7FC6-19A4-4912-93FF-F6E7090F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4607B4-A7D6-EB6E-B58C-66E3377B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6185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8F8C0-60BB-A4F4-72EB-61F90BA8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C48E15-FEAD-2C7E-35B8-25191FAD7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8499D5-698A-4641-837A-9376F8CD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A19D60-7B93-9802-607A-7FA815F9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06C9D-00E0-37E1-F926-631021C2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212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48067-789D-AA02-D5B1-E7AEF1A6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5FE59A-BCC6-D6B2-8036-4B2E49767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952E2B-F5F7-DB86-EA48-DE873EE8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B0F210-C6A8-13CF-206D-02E6CA5A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E2FB48-CB0D-308D-834F-182885AC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558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6AFB7-F31D-D72C-35E0-8B435516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8A5C3-8156-AF42-FEE7-5474456E8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4B4CC6-9084-F13C-AA6D-0E6560904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10C87B-5652-8296-BCE6-25040105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EF650-BCF3-6E52-CA55-8CD41AEC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93ACF6-EB94-1AB2-43B3-41B8B396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72827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30AB9-BA41-7D4A-FE6B-875DDE8D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173534-E123-081E-E21B-CC3F6EA62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1BEA75-1AEF-A264-D2B7-7C42AC462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BDD442-15ED-B737-FE1B-4B3075E6C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EA199F-A4F9-A8CC-53EE-AF864A40E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C482678-2EE8-5B8B-6D9F-7069AB39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2795F7E-8055-7443-FFFE-006FFBFD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D94333-C2CD-ED67-5DA7-4E0C3029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9682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CA6E7-4D07-96EA-EDF5-266DE529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5B1CE2-1740-576B-3C3D-45259785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D920D8-313F-5C9C-C27A-01E44A46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6BF486-41B0-641F-92AE-B1B42D62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0601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CFE27EF-4381-5DFC-1799-AC0EE87D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2BBDE0F-BFF9-D424-7019-E053CEE0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18433B-9CB7-FC7A-94F6-510E62E3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783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4EE96-67CF-0A10-28D9-D5A0B293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D96921-10B4-1B0A-8642-FECDAA0AF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2662E1-3964-40B1-04C2-355355E5C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0D467D-809E-DD86-0822-2BE5B147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872405-706A-6F6B-F961-D173C1F2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E97FC5-8C0F-5E05-3662-D2A055F6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1842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A225D-9A72-C8D6-5A5B-1417DAC7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1963D9-2DF0-6461-92CA-58B01D8DB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B251C2-5105-14DE-D14F-74AF22067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0D39D8-661D-449B-DDAA-F087FC19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E519C0-9D4B-52A8-67B7-9204AA899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C92EAA-BBC5-4DE3-7316-D3F5A91C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6941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7FB3E-5F95-1A04-9847-277602A4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1BEC51-4A0F-580C-A97F-418195208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2E6C1A-794F-0B14-D7F7-C002777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28CAED-F7D8-96D3-F8A5-928411B8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C1DD74-4736-3527-7E9A-6C38F7A6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8264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91506B-6022-0005-81C5-C2B92DFAD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ECE9F7-E4FB-8986-23BE-FE721F526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518DF-DE5A-DED5-E8B4-0D97C885C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5CD74C-30F9-1E92-E156-A3EE6B8E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6E42A7-E0E2-CADE-1B04-06E2FE14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8572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BE082B5-7F84-3752-A0AC-03BB15E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656886-3A30-AE27-E7C7-A2FE8BC79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DD61B4-BDA1-D2B4-1204-6AC52AA22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472DF-046D-9349-87F5-FD4520617D91}" type="datetimeFigureOut">
              <a:rPr lang="es-GT" smtClean="0"/>
              <a:t>15/11/25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D521B2-EE2D-7D01-EF89-3C8210421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74EAC5-E9E2-F0F4-6F9E-F34C0A80E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2F76F-216C-6B42-8FD3-E1A23D17B1F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6946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5482CC-F047-64F6-B0B6-3D7EC337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06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0BD6B7-33AD-B23F-A8D2-A86B9CEB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863" y="1694794"/>
            <a:ext cx="3197772" cy="319777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39C4382-73F6-0B40-CF14-9B893F578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607" y="2890345"/>
            <a:ext cx="5517930" cy="9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7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C273B-94AE-F568-DD48-3D77B2D6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3CD589-FCDA-666F-59BF-EDF49F808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342605" cy="689507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4F2C664-FEA3-46B0-6D1D-982BFF39C667}"/>
              </a:ext>
            </a:extLst>
          </p:cNvPr>
          <p:cNvSpPr/>
          <p:nvPr/>
        </p:nvSpPr>
        <p:spPr>
          <a:xfrm>
            <a:off x="10342604" y="0"/>
            <a:ext cx="1849396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F736D4F-BEBA-AC35-70DA-E8E27604C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611" y="5066270"/>
            <a:ext cx="1499286" cy="14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6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60D7F2-4F46-C711-36CE-7BD9A07A3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53816" cy="68696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904DF5C-B9E2-D2AD-945C-859289E093BF}"/>
              </a:ext>
            </a:extLst>
          </p:cNvPr>
          <p:cNvSpPr/>
          <p:nvPr/>
        </p:nvSpPr>
        <p:spPr>
          <a:xfrm>
            <a:off x="10342604" y="0"/>
            <a:ext cx="1849396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AE85950-653A-05E8-C558-D447FD5C8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611" y="5066270"/>
            <a:ext cx="1499286" cy="14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741E-A911-A5EF-893E-538AF310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E81A46-7177-1189-5BCC-08A09A275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DF04FB4-AE86-9BA4-7E65-301B601DE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637" y="2133600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7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2E39B3-8AD9-125C-9A4E-A61EBC3F1876}"/>
              </a:ext>
            </a:extLst>
          </p:cNvPr>
          <p:cNvSpPr/>
          <p:nvPr/>
        </p:nvSpPr>
        <p:spPr>
          <a:xfrm>
            <a:off x="976184" y="976184"/>
            <a:ext cx="4720281" cy="4720281"/>
          </a:xfrm>
          <a:prstGeom prst="rect">
            <a:avLst/>
          </a:prstGeom>
          <a:solidFill>
            <a:srgbClr val="DAB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B17786-FB4B-5813-CFEE-5B432A953A0A}"/>
              </a:ext>
            </a:extLst>
          </p:cNvPr>
          <p:cNvSpPr/>
          <p:nvPr/>
        </p:nvSpPr>
        <p:spPr>
          <a:xfrm>
            <a:off x="6660292" y="976184"/>
            <a:ext cx="4720281" cy="472028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A9E6B3-9598-52B9-128F-9F36270C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88" y="1917356"/>
            <a:ext cx="2837935" cy="28379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F0F1389-97C3-D5E1-7337-04AC45AB9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476" y="1917356"/>
            <a:ext cx="2837935" cy="283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0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CB07-87BA-F73E-24E6-2730E4DE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FEA1EF-FAC4-E9EE-B77A-8108EA5D2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063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7DE48-605D-0177-4BFE-25E6BAEC8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04" y="128752"/>
            <a:ext cx="1090447" cy="109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2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9805-822E-E9D4-A110-F66CAAB8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33FAB9-09B7-9E75-ABCE-87658E2E5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7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873B7E-FFF3-AFC5-8AFB-F0B79C618A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2D5DC9B-0253-D9CE-33D9-958D35861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572" y="1917356"/>
            <a:ext cx="2837935" cy="283793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21F6776-8577-6135-B4B8-7F51DD6D1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677" y="2890345"/>
            <a:ext cx="5517930" cy="9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003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Joselito Castro</dc:creator>
  <cp:lastModifiedBy>Joselito Castro</cp:lastModifiedBy>
  <cp:revision>3</cp:revision>
  <dcterms:created xsi:type="dcterms:W3CDTF">2025-11-15T20:00:42Z</dcterms:created>
  <dcterms:modified xsi:type="dcterms:W3CDTF">2025-11-15T20:23:11Z</dcterms:modified>
</cp:coreProperties>
</file>